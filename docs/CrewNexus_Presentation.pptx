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CrewNexus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8C8D2"/>
                </a:solidFill>
              </a:defRPr>
            </a:pPr>
            <a:r>
              <a:t>GenAI for Customer Experience, Sales, and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77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8C8D2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8C8D2"/>
                </a:solidFill>
              </a:defRPr>
            </a:pPr>
            <a:r>
              <a:t>Team: [Your Team Name]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8C8D2"/>
                </a:solidFill>
              </a:defRPr>
            </a:pPr>
            <a:r>
              <a:t>Diptish De | [Teammate 2] | [Teammate 3] | [Teammate 4]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C8C8D2"/>
                </a:solidFill>
              </a:defRPr>
            </a:pPr>
            <a:r>
              <a:t>[Your College/Organization]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Problem: Fragmented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Sales, Marketing, and Support teams operate in silos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Context is lost during customer handoffs between departments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Human teams cannot provide instant 24/7 personalized responses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Our Vision: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A unified platform where specialized AI agents collaborate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Shared 'brain' delivers seamless, hyper-personalized CX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Supporting Data &amp;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76% of customers expect consistent interactions across departments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   Yet 54% feel like they're talking to separate companies (Salesforce)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35-50% of sales go to the vendor that responds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   Human avg response: 10+ hrs | AI response: &lt;5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20-30% revenue loss due to poor lead management &amp; slow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Key Insight: The problem isn't automation—it's orchestration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CrewNexus: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Architecture: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Unified Orchestrator: Analyzes intent &amp; sentiment, routes to specialist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Multi-Agent Crew: Marketing (CrewAI), Sales (LangChain), Support (RAG)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Shared Memory: Redis short-term + Qdrant long-term vector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548640" y="3977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Feasibility: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MVP Built: FastAPI backend + Next.js frontend (functional prototype)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83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• Scalable: Docker containerized | Cost-Effective: Efficient LLM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48640" y="5989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C8C8D2"/>
                </a:solidFill>
              </a:defRPr>
            </a:pPr>
            <a:r>
              <a:t>Impact: 360° Customer View | 24/7 Autonomy | Real-time Personalization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